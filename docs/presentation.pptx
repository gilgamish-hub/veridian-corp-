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94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C8F4B0-1425-78D7-9442-2A5EC30CC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1999" cy="698862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4599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Veridian Corp — Internal IT Support Agent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1075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Grounded Deterministic‑First Agentic Control Pipeline · Student: Jatin Pal · Target: Antigravity Agent Framework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4328220"/>
            <a:ext cx="6296860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Executive technical brief for internal IT architects and engineering stakeholders at Veridian Corp. Theme accents: #3E2513, #F3E3D8.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63A258-F74B-8891-0EB2-2EE1B42E5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575"/>
            <a:ext cx="12192000" cy="68579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108297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 &amp; Operational Scope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80729"/>
            <a:ext cx="5203794" cy="3252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0279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(21–25 Sep 2026)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512219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volume employee requests: password resets, VPN issues, software approvals, hardware replacements and finance access. Windowed operational evaluation with 15 representative requests (REQ‑01 → REQ‑15).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9109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Risk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395192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Ungrounded LLM outputs: hallucinations, unauthorized approvals, or silent policy violations. System must prevent autonomous decisions outside KB‑01…KB‑10 and formal policies.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5869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Architecture Overview — Hybrid Control Pipeline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28711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Deterministic control layered with LLM intent parsing. Pipeline nodes: Intent Parsing → Context Grounding → Policy Decision → Action Hooks → Response Generation. Deterministic rules gate every state transition; LLM provides intent labels and human‑readable explanations only where allowed.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7723BC-048D-D1E7-D207-4894FF886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3150"/>
            <a:ext cx="12192000" cy="68579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4798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5‑Node Flow (Diagram)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221" y="125085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1765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Action Hooks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416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Policy Decision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7651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Grounding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005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Intent Parsing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61869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Diagram emphasises gating: every proposed action must pass Policy Decision with a KB match or explicit APPROVE by a human reviewer.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56E6BDE-86BE-CF3D-AA19-7360A4CEF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575"/>
            <a:ext cx="12192000" cy="68579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72591"/>
            <a:ext cx="10868745" cy="43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State Machine &amp; Action Taxonomy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429841"/>
            <a:ext cx="4092473" cy="1896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5340" y="1976338"/>
            <a:ext cx="635123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Execution uses a unified JSON state object passed between nodes. The object contains: request metadata, intent label, KB matches, policy flags, decision token, audit hash.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87663"/>
            <a:ext cx="2596688" cy="25976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55245" y="3818334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54748" y="4384576"/>
            <a:ext cx="22101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RESOLVE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4748" y="4753074"/>
            <a:ext cx="2210142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Deterministic automation for safe tasks (e.g., password unlock per KB‑01, VPN certificate renewal KB‑02).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8794" y="3687663"/>
            <a:ext cx="2596688" cy="25976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12564" y="3818334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612067" y="4384576"/>
            <a:ext cx="22101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APPROVE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612067" y="4753074"/>
            <a:ext cx="221014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Requires qualified approver when criteria met (e.g., asset order if age &gt; 3 years — KB‑03).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6113" y="3687663"/>
            <a:ext cx="2596688" cy="25976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69884" y="3818334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369387" y="4384576"/>
            <a:ext cx="22101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ROUTE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369387" y="4753074"/>
            <a:ext cx="2210142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Escalate multi‑domain cases (Security: KB‑04/KB‑09; Finance: KB‑08/KB‑10) for cross‑functional review.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3433" y="3687663"/>
            <a:ext cx="2596787" cy="259764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127203" y="3818334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9126706" y="4384576"/>
            <a:ext cx="221024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CLARIFY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9126706" y="4753074"/>
            <a:ext cx="2210241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Trigger structured clarification protocol when essential context is missing (manager, justification, timestamps).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9516"/>
            <a:ext cx="6296860" cy="871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Policy Mapping &amp; Business Logic Rules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1681758"/>
            <a:ext cx="629686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Decisions reference canonical knowledge bases KB‑01…KB‑10 plus Asset Management Policy and ticket history. Policy mappings implemented as deterministic rule table: condition → KB reference → permitted outcome → required evidence.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33601"/>
            <a:ext cx="435559" cy="4355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97749" y="2933601"/>
            <a:ext cx="5660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Hardware (KB‑03)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297749" y="3302099"/>
            <a:ext cx="566058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3‑year lifecycle threshold → ORDER when failure persists after 2 repair attempts; else REPAIR.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58952"/>
            <a:ext cx="435559" cy="4355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97749" y="4158952"/>
            <a:ext cx="5660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Security (KB‑04, KB‑09)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297749" y="4527451"/>
            <a:ext cx="566058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Non‑catalog software requires security review; suspected phishing triggers quarantine and NO‑FORWARD guardrail.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384304"/>
            <a:ext cx="435559" cy="4355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97749" y="5384304"/>
            <a:ext cx="5660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Access &amp; Governance (KB‑01, KB‑02, KB‑07, KB‑08)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297749" y="5752802"/>
            <a:ext cx="566058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Grant workflows enforce manager sign‑off and finance bounds; contractors use limited ephemeral tokens.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B1EE3F-A275-052F-DABA-DFEC9B62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1575"/>
            <a:ext cx="12192000" cy="68579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19807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Historical Precedent Engine &amp; Context Retrieval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30" y="756048"/>
            <a:ext cx="4483729" cy="5942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5313363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Ticket dataset (Active &amp; Closed): TK‑1042 → TK‑1051 used for precedent matching. Retrieval returns top‑k precedents with similarity score, matched KB citations, and required artifacts (manager approval docs, asset tags).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217487" y="558740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Case Study — REQ‑10 (Kavya Pillai)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5782270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Matched precedent TK‑1050 (J. Fernandes): identical role, access level, and business justification. Enforced manager sign‑off and Finance justification before APPROVE path.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3917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Batch Evaluation &amp; Compliance Metrics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679079"/>
            <a:ext cx="629686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Test suite executed across REQ‑01 → REQ‑15. Results captured in batch_benchmark_compliance_report.csv and per‑request JSON execution traces for audit. Key metrics tracked: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2689820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226214" y="2750641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Policy Compliance Rate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26214" y="3127177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 evaluated requests produced deterministic decisions with KB citations and zero ungrounded actions.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1475" y="4008636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226214" y="4069457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Traceability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26214" y="4445992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action includes an audit hash, KB references, timestamp and reviewer token if APPROVE or ROUTE was selected.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5327452"/>
            <a:ext cx="398651" cy="398661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226214" y="5388273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Artifacts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26214" y="5764808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artifacts: CSV summary, JSON traces, and an attachable evidence bundle per ticket for compliance review.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C6C1BC-FC70-1C4C-E532-5B49EC7D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12366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User Interface &amp; Demonstration Walkthrough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16267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Streamlit dashboard implements operational controls and observability: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2937570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Request Selector: choose REQ‑01 → REQ‑15 and replay traces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5‑Node Execution Trace Inspector: view state object and policy gating at each node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 Prompt Sandbox: safe LLM prompts with limited tokenization and no direct action hooks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One‑Click Batch Benchmark: run compliance suite and generate CSV + JSON artifacts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9503B4-867F-F00A-C7F0-A2023262E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89" y="1830546"/>
            <a:ext cx="6096000" cy="4216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6897217-A383-916E-2CFC-93327637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2110"/>
            <a:ext cx="6296860" cy="797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Edge Cases, Safeguards &amp; Interview Defense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33360" y="1531243"/>
            <a:ext cx="690644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Built‑in safeguards and predefined handling of edge cases: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233360" y="1917700"/>
            <a:ext cx="2009229" cy="3301405"/>
          </a:xfrm>
          <a:prstGeom prst="roundRect">
            <a:avLst>
              <a:gd name="adj" fmla="val 119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411851" y="2096195"/>
            <a:ext cx="1652249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Phishing (REQ‑08)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11851" y="2675136"/>
            <a:ext cx="1652249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Immediate quarantine; NO‑FORWARD enforced; email artefacts stored; route to Security (KB‑04) for analysis.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77126" y="1917700"/>
            <a:ext cx="2009229" cy="3301405"/>
          </a:xfrm>
          <a:prstGeom prst="roundRect">
            <a:avLst>
              <a:gd name="adj" fmla="val 119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55616" y="2096195"/>
            <a:ext cx="1652249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Finance Boundary (REQ‑12)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55616" y="2924274"/>
            <a:ext cx="1652249" cy="211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Requests triggering Finance DB lookups that return null are routed to Finance with a suggested query and evidence requirements; no direct DB writes are allowed.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520892" y="1917700"/>
            <a:ext cx="2009229" cy="3301405"/>
          </a:xfrm>
          <a:prstGeom prst="roundRect">
            <a:avLst>
              <a:gd name="adj" fmla="val 119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699382" y="2096195"/>
            <a:ext cx="1652249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Ambiguity (REQ‑15)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699382" y="2675136"/>
            <a:ext cx="1652249" cy="188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Structured clarify protocol issues minimal, scoped questions (who, when, justification) and pauses execution until required fields are populated.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5410200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233360" y="5620345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Conclusion: production‑ready agent combining speed, deterministic safety, and full auditability. Live walkthrough materials — architecture, code structure, audit traces, state graph — are prepared for technical defence.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920</Words>
  <Application>Microsoft Office PowerPoint</Application>
  <PresentationFormat>Widescreen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Source Serif 4</vt:lpstr>
      <vt:lpstr>Platypi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jatin pal</dc:creator>
  <cp:lastModifiedBy>thorfinrajpoot@outlook.com</cp:lastModifiedBy>
  <cp:revision>2</cp:revision>
  <dcterms:created xsi:type="dcterms:W3CDTF">2026-09-17T18:04:59Z</dcterms:created>
  <dcterms:modified xsi:type="dcterms:W3CDTF">2026-09-17T18:12:57Z</dcterms:modified>
</cp:coreProperties>
</file>